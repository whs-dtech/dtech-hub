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OZONE: WHEN TECHNOLOGY HAS TO FIX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FFFFF"/>
                </a:solidFill>
              </a:defRPr>
            </a:pPr>
            <a:r>
              <a:t>YEAR 9/10 EXEMPLAR • CAUSE-AND-EFFECT INFOGRAPHIC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07007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1 • THE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23317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CFCs were stable and useful chemicals. They became widely used as refrigerants, aerosol propellants and in other technologies.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9728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07007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2 • CONSEQUENCE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572768"/>
            <a:ext cx="23317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Once released, ozone-depleting substances can reach the stratosphere and contribute to destruction of ozone, reducing protection from harmful UV.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09728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07007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3 •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72768"/>
            <a:ext cx="23317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1987 Montreal Protocol set international controls on ozone-depleting substances. Regulation pushed industries toward different chemicals and technologies.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097280"/>
            <a:ext cx="26060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207007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4 •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572768"/>
            <a:ext cx="23317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Atmospheric levels of ozone-depleting substances have fallen and the ozone layer is on a recovery path. Recovery is gradual—not already complete.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53492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900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AOTEAROA 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55848"/>
            <a:ext cx="50749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NZ implemented Montreal Protocol obligations through the Ozone Layer Protection Act and regulations. CFC imports ended by 1996; HCFC imports ended in 2015.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80360"/>
            <a:ext cx="51663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99008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TECHNOLOGY TRADE-OFF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55848"/>
            <a:ext cx="48920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Some replacement HFCs do not deplete ozone, but they are potent greenhouse gases. This shows that solving one technological problem can create another consideration.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10835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27448"/>
            <a:ext cx="10561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THE SYSTEMS 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93208"/>
            <a:ext cx="1056131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Useful technology → widespread adoption → unintended environmental consequence → scientific evidence → international regulation → technological redesign → measurable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5F5F"/>
                </a:solidFill>
              </a:defRPr>
            </a:pPr>
            <a:r>
              <a:t>Sources: UN Ozone Day • NZ Ministry for the Environment • MfE Our Environment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FOR RELIEVER USE – Why this exemplar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FFFFF"/>
                </a:solidFill>
              </a:defRPr>
            </a:pPr>
            <a:r>
              <a:t>Year 9/10 • show after explaining the task, or keep as a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Cause-and-effect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exemplar explains relationships between need, adoption, consequence, response and result rather than listing disconnected 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92807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Source judgement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68296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Claims come from authoritative sources. Students should check who produced information and corroborate important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42615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523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Accurate qualification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18103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It says the ozone layer is recovering, not that it has already fully recovered.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92423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0215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Technology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1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HFC example introduces the idea that a replacement can solve one problem while creating another implication.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42231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Digital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19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numbered sequence and systems story make relationships visible. The reader should not need the creator to explain the layout.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92040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Expected 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67527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Year 9/10 work should show more reasoning than Year 7/8: why technologies were useful, what went wrong, and how design/regulation responded.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E1B0B"/>
                </a:solidFill>
              </a:defRPr>
            </a:pPr>
            <a:r>
              <a:t>This is a model of structure and quality. Students should not copy its wording.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