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International Day of Democracy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15 September • Year 7/8 • Digital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Today’s challenge: design a clear, fair and accessible digital voting-information interface.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You will use a FICTIONAL school decision. You will not be asked about political parties or who you would vote for.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7/8 • International Day of Democracy • Digital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Starter: How can everyone have a say?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Imagine our school must choose one improvement.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How could everyone get a fair chance to have a say?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Write TWO ideas before sharing with a partner.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7/8 • International Day of Democracy • Digital Technologies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What is democracy?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Key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Democracy is about people having a say in decisions and representation.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New Zealand is a representative democracy.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International Day of Democracy is observed by the United Nations on 15 September.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Our Digital Technologies focus is how an interface can help people participate clearly and fairly.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7/8 • International Day of Democracy • Digital Technologies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 simple decision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Think like a digital designer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ISSUE → CHOICES → CLEAR INFORMATION → PARTICIPATION → COUNT → RESULT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A good interface should make each step easy to understand.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It should not trick users or make one choice look more important than another.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7/8 • International Day of Democracy • Digital Technologies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Your design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40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Create ONE Google Slides/Drawings screen called “Have Your Say”.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Choose: outdoor seating, lunchtime games area, bike/scooter parking, or another approved neutral issue.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Show 2–3 options with short neutral information.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Add instructions and a mock Submit/Confirm button.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Do NOT collect real votes or personal information.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7/8 • International Day of Democracy • Digital Technologies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Accessibility &amp; fairness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Include at least THREE accessibility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Readable font size • strong contrast • simple language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Icons WITH labels • consistent layout • clear navigation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Add “How do we keep this fair?” with THREE rules.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Test: Can another student understand it in 30 seconds?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7/8 • International Day of Democracy • Digital Technologies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Plenary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Partner test: one feature that helps participation + one improvement.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Exit: Why does clear digital information matter in a democracy?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Save as: Surname_DemocracyDay_2027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7/8 • International Day of Democracy • Digital Technologies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Reliable starting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85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Use authoritative sources; this lesson is non-partisan.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United Nations – International Day of Democracy</a:t>
            </a:r>
            <a:br/>
            <a:r>
              <a:t>https://www.un.org/en/observances/international-day-democracy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Elections NZ – Teaching voting at schools</a:t>
            </a:r>
            <a:br/>
            <a:r>
              <a:t>https://elections.nz/getting-involved/teaching-voting-at-schools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Elections NZ – What is MMP?</a:t>
            </a:r>
            <a:br/>
            <a:r>
              <a:t>https://elections.nz/democracy-in-nz/what-is-new-zealands-system-of-government/what-is-mmp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</a:defRPr>
            </a:pPr>
            <a:r>
              <a:t>NZ Parliament – Learners' Hub</a:t>
            </a:r>
            <a:br/>
            <a:r>
              <a:t>https://www.parliament.nz/learn/learners-hub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t>Year 7/8 • International Day of Democracy • Digital Technologies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