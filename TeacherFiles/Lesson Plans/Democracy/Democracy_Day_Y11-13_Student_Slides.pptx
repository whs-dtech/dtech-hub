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International Day of Democracy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15 September • Year 11/12/13 • Digital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Challenge: produce an evidence-based design brief for a trustworthy democratic digital service.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Focus: socio-technical systems, relevant implications, evidence and design trade-offs.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Starter: Functional does not always mean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A digital democratic system can be technically functional and still be unfair. How?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Consider users, information, data, algorithms, access or interface design.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Write 3–4 sentences.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Digital democracy as a socio-technical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Think beyond the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USERS + INTERFACE + DATA + ALGORITHMS + RULES + INSTITUTIONS + SECURITY + ACCESSIBILITY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A failure in any part can affect participation or trust.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This task is about system design, not support for a political party or candidate.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Relevant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Choose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Accessibility • Privacy • Security • Usability • Data integrity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Transparency • Cultural responsiveness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Misinformation / manipulation • Equitable access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For each: RISK → DESIGN REQUIREMENT → TEST /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Evidence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Before you use a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1E1E"/>
                </a:solidFill>
              </a:defRPr>
            </a:pPr>
            <a:r>
              <a:t>AUTHORITY – Who produced it?</a:t>
            </a:r>
          </a:p>
          <a:p>
            <a:pPr>
              <a:spcAft>
                <a:spcPts val="900"/>
              </a:spcAft>
              <a:defRPr sz="1600">
                <a:solidFill>
                  <a:srgbClr val="1E1E1E"/>
                </a:solidFill>
              </a:defRPr>
            </a:pPr>
            <a:r>
              <a:t>EVIDENCE – What supports it?</a:t>
            </a:r>
          </a:p>
          <a:p>
            <a:pPr>
              <a:spcAft>
                <a:spcPts val="900"/>
              </a:spcAft>
              <a:defRPr sz="1600">
                <a:solidFill>
                  <a:srgbClr val="1E1E1E"/>
                </a:solidFill>
              </a:defRPr>
            </a:pPr>
            <a:r>
              <a:t>CURRENCY – Is it current enough?</a:t>
            </a:r>
          </a:p>
          <a:p>
            <a:pPr>
              <a:spcAft>
                <a:spcPts val="900"/>
              </a:spcAft>
              <a:defRPr sz="1600">
                <a:solidFill>
                  <a:srgbClr val="1E1E1E"/>
                </a:solidFill>
              </a:defRPr>
            </a:pPr>
            <a:r>
              <a:t>PURPOSE – Why was it published?</a:t>
            </a:r>
          </a:p>
          <a:p>
            <a:pPr>
              <a:spcAft>
                <a:spcPts val="900"/>
              </a:spcAft>
              <a:defRPr sz="1600">
                <a:solidFill>
                  <a:srgbClr val="1E1E1E"/>
                </a:solidFill>
              </a:defRPr>
            </a:pPr>
            <a:r>
              <a:t>CORROBORATION – Can another credible source support it?</a:t>
            </a:r>
          </a:p>
          <a:p>
            <a:pPr>
              <a:spcAft>
                <a:spcPts val="900"/>
              </a:spcAft>
              <a:defRPr sz="1600">
                <a:solidFill>
                  <a:srgbClr val="1E1E1E"/>
                </a:solidFill>
              </a:defRPr>
            </a:pPr>
            <a:r>
              <a:t>LIMITATIONS – What does the evidence NOT prove?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Your design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40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Create ONE PAGE or ONE SLIDE for “Democracy NZ Online”.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It is an information/participation service – NOT an online voting system.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Define purpose + at least THREE user groups.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Analyse FOUR relevant implications.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Include USER → INFORMATION/SERVICE → ACTION/FEEDBACK and show where data is or is not collected.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Evidence +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Senior expectation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Use at least THREE credible sources, including authoritative NZ or UN material.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Separate sourced facts from your design recommendations.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Write 100–150 words: What is the greatest design tension when digital technology supports democratic participation?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Discuss at least TWO competing considerations without advocating a party or electoral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Depth by year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Same task – increasing sophistication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Year 11: explain implications and justify requirements.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Year 12: analyse interactions and trade-offs.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Year 13: critically evaluate limitations, competing values and consequences.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Extension: propose a measurable neutrality or accessibility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Peer audit: “What evidence would prove this requirement has actually been addressed?”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Exit: “A trustworthy democratic digital service must…” + one justified reason.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Save as: Surname_DemocracyDay_2027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Reliable starting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Use authoritative sources; this lesson is non-partisan.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United Nations – International Day of Democracy</a:t>
            </a:r>
            <a:br/>
            <a:r>
              <a:t>https://www.un.org/en/observances/international-day-democracy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Elections NZ – Teaching voting at schools</a:t>
            </a:r>
            <a:br/>
            <a:r>
              <a:t>https://elections.nz/getting-involved/teaching-voting-at-schools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Elections NZ – What is MMP?</a:t>
            </a:r>
            <a:br/>
            <a:r>
              <a:t>https://elections.nz/democracy-in-nz/what-is-new-zealands-system-of-government/what-is-mmp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NZ Parliament – Learners' Hub</a:t>
            </a:r>
            <a:br/>
            <a:r>
              <a:t>https://www.parliament.nz/learn/learners-hub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11/12/13 • International Day of Democracy • Digital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