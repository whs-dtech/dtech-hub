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International Day of Democracy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15 September • Year 9/10 • Digital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Challenge: prototype a neutral civic-information webpage.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Focus: usability, accessibility, source credibility and avoiding manipulative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International Day of Democracy • Digital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Starter: Can design influence decisions?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Can a website influence a decision even when every fact is technically true?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Write one design choice that could influence a user.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Think about size, position, wording, colour or missing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International Day of Democracy • Digital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Digital design is not automatically neutral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Look for design influence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Loaded headings can frame an issue.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One option can receive more visual prominence.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Selective information can hide drawbacks.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Confusing navigation can make participation harder.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Your job is to help the user make their own informed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International Day of Democracy • Digital Technologies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Four checks for civic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Use these while researching and designing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SOURCE – Who published it?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EVIDENCE – What supports the claim?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BALANCE / NEUTRALITY – Are options represented fairly?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ACCESSIBILITY – Can different users understand and use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International Day of Democracy • Digital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Your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40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Create ONE desktop webpage prototype in Google Slides/Drawings.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Use a fictional issue: repair café, public drinking fountains, recreation space, or another approved neutral issue.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Give two options EQUAL space for benefits and drawbacks.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Add “How the decision works” and a sources/evidence area.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Do NOT collect real votes or personal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International Day of Democracy • Digital Technologies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Digital Technologies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Design deliberately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Clear hierarchy • consistent layout • readable typography • meaningful navigation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Plain language • adequate contrast • labels rather than colour alone • logical reading order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Write 60–80 words explaining TWO choices that keep the interface neutral.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Use at least TWO credible 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International Day of Democracy • Digital Technologies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Test for hidden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Peer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Can your tester explain BOTH options accurately?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They should NOT be able to tell which option you personally prefer.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Extension: annotate one manipulative design technique you deliberately avoided.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International Day of Democracy • Digital Technologies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Feedback: one usability/accessibility strength + one possible bias issue.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Exit: “One responsibility a digital designer has when creating democratic information is…”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Save as: Surname_DemocracyDay_2027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International Day of Democracy • Digital Technologies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Reliable starting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Use authoritative sources; this lesson is non-partisan.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United Nations – International Day of Democracy</a:t>
            </a:r>
            <a:br/>
            <a:r>
              <a:t>https://www.un.org/en/observances/international-day-democracy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Elections NZ – Teaching voting at schools</a:t>
            </a:r>
            <a:br/>
            <a:r>
              <a:t>https://elections.nz/getting-involved/teaching-voting-at-schools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Elections NZ – What is MMP?</a:t>
            </a:r>
            <a:br/>
            <a:r>
              <a:t>https://elections.nz/democracy-in-nz/what-is-new-zealands-system-of-government/what-is-mmp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NZ Parliament – Learners' Hub</a:t>
            </a:r>
            <a:br/>
            <a:r>
              <a:t>https://www.parliament.nz/learn/learners-hub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9/10 • International Day of Democracy • Digital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