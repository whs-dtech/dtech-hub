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</a:defRPr>
            </a:pPr>
            <a:r>
              <a:t>COMMUNITY DECISION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9496"/>
            <a:ext cx="1115568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YEAR 9/10 EXEMPLAR • NEUTRAL CIVIC-INFORMATION WEBPAGE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Fictional proposal: Should the community create a weekend Repair Café in the library meeting room?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89888"/>
            <a:ext cx="11155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63040"/>
            <a:ext cx="1093622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ISSUE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37360"/>
            <a:ext cx="10936224" cy="3017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A Repair Café would be a volunteer-supported event where people could bring small household items for help with simple repairs. This prototype presents two possible approaches so users can compare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95728"/>
            <a:ext cx="50292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OPTION A • RUN A MONTHLY REPAIR CAFÉ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22402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00" b="1">
                <a:solidFill>
                  <a:srgbClr val="4C8258"/>
                </a:solidFill>
              </a:defRPr>
            </a:pPr>
            <a:r>
              <a:t>POSSIBLE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788920"/>
            <a:ext cx="22402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00" b="1">
                <a:solidFill>
                  <a:srgbClr val="9E1B0B"/>
                </a:solidFill>
              </a:defRPr>
            </a:pPr>
            <a:r>
              <a:t>POSSIBLE DRAWBACKS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27248"/>
            <a:ext cx="2121408" cy="11155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• May help extend product life</a:t>
            </a:r>
            <a:br/>
            <a:r>
              <a:t>• Builds practical community skills</a:t>
            </a:r>
            <a:br/>
            <a:r>
              <a:t>• Could reduce some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3127248"/>
            <a:ext cx="2121408" cy="11155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• Needs volunteers and supervision</a:t>
            </a:r>
            <a:br/>
            <a:r>
              <a:t>• Requires room bookings</a:t>
            </a:r>
            <a:br/>
            <a:r>
              <a:t>• Some repairs may need specialists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67712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395728"/>
            <a:ext cx="50292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OPTION B • KEEP CURRENT COMMUNITY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88920"/>
            <a:ext cx="22402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00" b="1">
                <a:solidFill>
                  <a:srgbClr val="4C8258"/>
                </a:solidFill>
              </a:defRPr>
            </a:pPr>
            <a:r>
              <a:t>POSSIBLE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788920"/>
            <a:ext cx="22402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000" b="1">
                <a:solidFill>
                  <a:srgbClr val="9E1B0B"/>
                </a:solidFill>
              </a:defRPr>
            </a:pPr>
            <a:r>
              <a:t>POSSIBLE DRAWBACKS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27248"/>
            <a:ext cx="2121408" cy="11155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• No new volunteer workload</a:t>
            </a:r>
            <a:br/>
            <a:r>
              <a:t>• No extra venue costs</a:t>
            </a:r>
            <a:br/>
            <a:r>
              <a:t>• Existing repair businesses remain the main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3127248"/>
            <a:ext cx="2121408" cy="11155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• Fewer informal repair-learning opportunities</a:t>
            </a:r>
            <a:br/>
            <a:r>
              <a:t>• Some items may still be discarded</a:t>
            </a:r>
            <a:br/>
            <a:r>
              <a:t>• No new community repair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19472"/>
            <a:ext cx="6583680" cy="960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992624"/>
            <a:ext cx="636422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HOW THE DECISION WOULD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6364224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Read both options → review evidence → give feedback through the approved community process. This prototype does not collect real submissions.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4919472"/>
            <a:ext cx="4251960" cy="960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4992624"/>
            <a:ext cx="40325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SOURCE / EVIDENCE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5266944"/>
            <a:ext cx="4032504" cy="5486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Use clearly named sources. Separate evidence from opinion. Check publisher, evidence, balance and accessibility.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4712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750" b="0">
                <a:solidFill>
                  <a:srgbClr val="5A6269"/>
                </a:solidFill>
              </a:defRPr>
            </a:pPr>
            <a:r>
              <a:t>Designer note: Equal column widths, matching headings and parallel benefits/drawbacks reduce visual bias.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13385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</a:defRPr>
            </a:pPr>
            <a:r>
              <a:t>FOR RELIEVER USE – Why this exemplar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9496"/>
            <a:ext cx="1115568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Year 9/10 • Show after the task is explained, or keep as a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078992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52144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Neutral information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26464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Both options receive equal space and the same information structure: benefits and possible drawbacks.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Avoiding manipulation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No option receives a brighter button, larger heading, emotional label or strategically missing drawback.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78608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51760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Usability + 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26079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Parallel headings, predictable reading order, concise text and strong contrast support scanning and comprehension.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01568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Source credibility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675887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The prototype reserves a visible evidence area and reminds students to distinguish evidence from opinion.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78224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51376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Designer justification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425696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The footer models the short designer note required by the task: it links design choices directly to neutrality.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28032"/>
            <a:ext cx="10881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901184"/>
            <a:ext cx="10661904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50" b="1">
                <a:solidFill>
                  <a:srgbClr val="1F4E79"/>
                </a:solidFill>
              </a:defRPr>
            </a:pPr>
            <a:r>
              <a:t>Expected 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75504"/>
            <a:ext cx="10661904" cy="24688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50" b="0">
                <a:solidFill>
                  <a:srgbClr val="202529"/>
                </a:solidFill>
              </a:defRPr>
            </a:pPr>
            <a:r>
              <a:t>Year 9/10 students should show that interface design can influence users and deliberately use conventions to support informed choice rather than persuasion.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64224"/>
            <a:ext cx="1088136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800" b="1">
                <a:solidFill>
                  <a:srgbClr val="9E1B0B"/>
                </a:solidFill>
              </a:defRPr>
            </a:pPr>
            <a:r>
              <a:t>This is a model of structure and quality. Students should create their own fictional issue and wording rather than copy this exemplar.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