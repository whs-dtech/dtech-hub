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Protecting Earth’s Ozone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16 September • Year 7/8 • Digital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Today you will research the ozone layer and create ONE digital infographic in Google Slides or Google Drawings.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Your goal: explain the problem clearly and communicate how people and technology responded.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Ozone Layer • Digital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What is the ozone layer?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Why might people want to protect it?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Write 2–3 ideas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Ozone Layer • Digital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Five 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Use these as your starting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Ozone is a form of oxygen written O₃.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Most protective ozone is high in the stratosphere.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The ozone layer absorbs harmful ultraviolet (UV) radiation.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Some human-made chemicals, including CFCs, damaged the ozone layer.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16 September marks the date the Montreal Protocol was agreed in 1987.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Ozone Layer • Digital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Do not mix these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Ozone depletion ≠ climate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Ozone depletion is mainly about damage to protective stratospheric ozone.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Climate change is mainly about changes to Earth’s climate caused by greenhouse gases.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Some chemicals can be connected to BOTH issues, but they are not the same environmental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Ozone Layer • Digital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Your infographic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40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Title: Protecting Earth’s Ozone Layer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Explain: What is the ozone layer? Why is it important? What damaged it? What changed? Why is 16 September significant?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Include a visual sequence: PROBLEM → TECHNOLOGICAL / GLOBAL RESPONSE → RESULT.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Add ONE Aotearoa New Zealand connection.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Use at least TWO reliable sources and list them at the bottom.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Ozone Layer • Digital Technologies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Digital design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Make information easy to understand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Large clear title • short chunks of text • readable fonts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Strong contrast • useful icons/shapes/images • arrows showing relationships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Do not copy paragraphs from websites – paraphrase.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30-second test: can another student understand the main message quickly?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Ozone Layer • Digital Technologies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If you finish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Add “Technology then / Technology now”.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Compare an older refrigeration, aerosol or cooling technology with a newer response that avoids ozone-depleting substances.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Ozone Layer • Digital Technologies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Partner: one WWW (What Went Well) + one EBI (Even Better If).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Exit: What is one example of technology causing a problem AND technology helping solve it?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Save as Surname_OzoneDay_2027.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Ozone Layer • Digital Technologies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Reliable starting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Use these to begin your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United Nations – International Day for the Preservation of the Ozone Layer</a:t>
            </a:r>
            <a:br/>
            <a:r>
              <a:t>https://www.un.org/en/observances/ozone-day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NZ Ministry for the Environment – Ozone-depleting substances</a:t>
            </a:r>
            <a:br/>
            <a:r>
              <a:t>https://environment.govt.nz/acts-and-regulations/acts/ozone-layer-protection-act-1996/ozone-depleting-substances/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NZ Ministry for the Environment – Vienna Convention and Montreal Protocol</a:t>
            </a:r>
            <a:br/>
            <a:r>
              <a:t>https://environment.govt.nz/what-government-is-doing/international-action/vienna-convention-and-montreal-protocol/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Earth Sciences New Zealand / NIWA – UV and Ozone</a:t>
            </a:r>
            <a:br/>
            <a:r>
              <a:t>https://niwa.co.nz/atmosphere/uv-and-ozone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Ozone Layer • Digital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