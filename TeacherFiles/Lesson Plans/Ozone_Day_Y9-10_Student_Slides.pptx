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Ozone: When Technology Has to Fix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16 September • Year 9/10 • Digital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Today’s case study: useful technology → unintended consequence → evidence → response → redesign.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Create ONE evidence-based digital infographic.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 technology solves a problem today but creates an environmental problem later. Who is responsible for fixing it?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Write a brief response.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Remember: ozone depletion and climate change are different issues.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The systems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Think like a technologist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NEED → TECHNOLOGICAL DEVELOPMENT → WIDESPREAD USE → UNINTENDED CONSEQUENCE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→ SCIENTIFIC EVIDENCE → POLICY / REGULATION → TECHNOLOGICAL REDESIGN →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Source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Before you trust a webpage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AUTHORITY – Who published it?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EVIDENCE – What supports the claim?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CURRENCY – Is it current/relevant?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CORROBORATION – Can another reliable source support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Your infographic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Title: Ozone: When Technology Has to Fix Technology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NEED – What useful problem did CFC-based technologies solve?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CONSEQUENCE – How did ozone-depleting substances affect stratospheric ozone?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RESPONSE – What did the Montreal Protocol and technological redesign change?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RESULT – What evidence shows progress? Avoid saying the ozone layer is already completely restored.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AOTEAROA NZ – include one relevant NZ connection.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Digital Technologies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Communicate cause and effect visually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Use hierarchy, consistent layout, readable typography and strong contrast.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Use arrows/diagrams rather than only paragraphs.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Use at least TWO reliable sources and acknowledge them.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Add a 60–80 word designer explanation only if useful to clarify your design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Evaluate the technology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Add 2–3 sentences: Does the ozone story show that technological progress is always positive? Explain.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Or compare an older ozone-depleting technology with a redesigned alternative.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Peer check: Is the science understandable? Is the technology connection obvious? Can you tell where the information came from?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Exit: One lesson designers and technologists should learn from the ozone-layer problem is…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Save as Surname_OzoneDay_2027.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Reliable starting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these to begin your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United Nations – International Day for the Preservation of the Ozone Layer</a:t>
            </a:r>
            <a:br/>
            <a:r>
              <a:t>https://www.un.org/en/observances/ozone-day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NZ Ministry for the Environment – Ozone-depleting substances</a:t>
            </a:r>
            <a:br/>
            <a:r>
              <a:t>https://environment.govt.nz/acts-and-regulations/acts/ozone-layer-protection-act-1996/ozone-depleting-substances/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NZ Ministry for the Environment – Vienna Convention and Montreal Protocol</a:t>
            </a:r>
            <a:br/>
            <a:r>
              <a:t>https://environment.govt.nz/what-government-is-doing/international-action/vienna-convention-and-montreal-protocol/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Earth Sciences New Zealand / NIWA – UV and Ozone</a:t>
            </a:r>
            <a:br/>
            <a:r>
              <a:t>https://niwa.co.nz/atmosphere/uv-and-ozone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Ozone Layer • Digital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